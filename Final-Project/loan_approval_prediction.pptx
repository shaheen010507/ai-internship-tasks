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77B-44F0-88AA-9DC94A7C4A8E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7B-44F0-88AA-9DC94A7C4A8E}"/>
              </c:ext>
            </c:extLst>
          </c:dPt>
          <c:dPt>
            <c:idx val="2"/>
            <c:invertIfNegative val="0"/>
            <c:bubble3D val="0"/>
            <c:spPr>
              <a:solidFill>
                <a:srgbClr val="185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7B-44F0-88AA-9DC94A7C4A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</c:v>
                </c:pt>
                <c:pt idx="1">
                  <c:v>74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77B-44F0-88AA-9DC94A7C4A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334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34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een010507/AI-Internship-Task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een010507/AI-Internship-Task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22860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6400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r>
              <a:rPr lang="en-US" sz="14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SHAHEEN 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Dnyx Academy (AI)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ML Project</a:t>
            </a:r>
            <a:endParaRPr lang="en-US" sz="13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64008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github.com/Shaheen010507/AI-Internship-Tasks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12064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is a critical process in banking. Financial institutions receive countless applications daily and need consistent, fair evaluation.
This project builds a Machine Learning-based system to predict loan approvals. Using applicant attributes like income, credit history, education, and property area, the model learns patterns from historical data.
Three algorithms — Logistic Regression, Decision Tree, and Random Forest — were trained, evaluated, and tuned for best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3017520" cy="109728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960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7607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240280"/>
            <a:ext cx="3017520" cy="1097280"/>
          </a:xfrm>
          <a:prstGeom prst="rect">
            <a:avLst/>
          </a:prstGeom>
          <a:solidFill>
            <a:srgbClr val="185AD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7607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566160"/>
            <a:ext cx="3017520" cy="109728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3611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7607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loan applicant data from real-world datasets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9476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cleaning and handle missing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9077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 for model readiness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867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ML classification algorithms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1440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51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9875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evaluate model performance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7452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19476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best model using hyperparameter tuning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34640"/>
            <a:ext cx="73152" cy="77724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29077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 loan approval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200400" cy="320040"/>
          </a:xfrm>
          <a:prstGeom prst="rect">
            <a:avLst/>
          </a:prstGeom>
          <a:solidFill>
            <a:srgbClr val="185A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777240"/>
            <a:ext cx="5303520" cy="320040"/>
          </a:xfrm>
          <a:prstGeom prst="rect">
            <a:avLst/>
          </a:prstGeom>
          <a:solidFill>
            <a:srgbClr val="185A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20040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53035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13385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Applicant's gender (Male/Female)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32004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72184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435608"/>
            <a:ext cx="5303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472184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73936"/>
            <a:ext cx="320040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10512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1773936"/>
            <a:ext cx="53035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81051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dependents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12264"/>
            <a:ext cx="32004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4884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112264"/>
            <a:ext cx="5303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148840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/ Non-Graduate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320040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87168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Self_Employed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2450592"/>
            <a:ext cx="53035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48716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32004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2549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ApplicantIncome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788920"/>
            <a:ext cx="5303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82549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of applicant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127248"/>
            <a:ext cx="320040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63824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CoapplicantIncome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3127248"/>
            <a:ext cx="53035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163824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Co-applicant monthly income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65576"/>
            <a:ext cx="32004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02152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LoanAmount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0" y="3465576"/>
            <a:ext cx="5303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350215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loan amount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803904"/>
            <a:ext cx="320040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4048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Loan_Amount_Term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3803904"/>
            <a:ext cx="53035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3840480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duration (months)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142232"/>
            <a:ext cx="32004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178808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Credit_History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0" y="4142232"/>
            <a:ext cx="5303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417880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credit repayment record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480560"/>
            <a:ext cx="320040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51713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Property_Area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0" y="4480560"/>
            <a:ext cx="53035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451713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/ Semiurban / Rural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800600"/>
            <a:ext cx="8503920" cy="292608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Variable: Loan_Status  →  Y = Approved  |  N = Rejected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200400" cy="36576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Loan Prediction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084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50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&amp; validate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56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categorical variables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2336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462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Decision Tree · Random Forest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1168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2084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450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01752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01752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456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optimization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023360"/>
            <a:ext cx="594360" cy="8686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40680" y="4096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462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 output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383280" y="804672"/>
            <a:ext cx="2377440" cy="475488"/>
          </a:xfrm>
          <a:prstGeom prst="rect">
            <a:avLst/>
          </a:prstGeom>
          <a:solidFill>
            <a:srgbClr val="0A1931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804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28016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353312"/>
            <a:ext cx="2377440" cy="475488"/>
          </a:xfrm>
          <a:prstGeom prst="rect">
            <a:avLst/>
          </a:prstGeom>
          <a:solidFill>
            <a:srgbClr val="185AD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533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901952"/>
            <a:ext cx="2377440" cy="475488"/>
          </a:xfrm>
          <a:prstGeom prst="rect">
            <a:avLst/>
          </a:prstGeom>
          <a:solidFill>
            <a:srgbClr val="185AD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9019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450592"/>
            <a:ext cx="2377440" cy="475488"/>
          </a:xfrm>
          <a:prstGeom prst="rect">
            <a:avLst/>
          </a:prstGeom>
          <a:solidFill>
            <a:srgbClr val="185AD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4505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999232"/>
            <a:ext cx="2377440" cy="475488"/>
          </a:xfrm>
          <a:prstGeom prst="rect">
            <a:avLst/>
          </a:prstGeom>
          <a:solidFill>
            <a:srgbClr val="1D4ED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9992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· DT · RF)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47472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547872"/>
            <a:ext cx="2377440" cy="475488"/>
          </a:xfrm>
          <a:prstGeom prst="rect">
            <a:avLst/>
          </a:prstGeom>
          <a:solidFill>
            <a:srgbClr val="185AD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547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02336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4096512"/>
            <a:ext cx="2377440" cy="475488"/>
          </a:xfrm>
          <a:prstGeom prst="rect">
            <a:avLst/>
          </a:prstGeom>
          <a:solidFill>
            <a:srgbClr val="1D4ED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4096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4572000"/>
            <a:ext cx="0" cy="73152"/>
          </a:xfrm>
          <a:prstGeom prst="line">
            <a:avLst/>
          </a:prstGeom>
          <a:noFill/>
          <a:ln w="19050">
            <a:solidFill>
              <a:srgbClr val="0A19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4645152"/>
            <a:ext cx="2377440" cy="475488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4645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9260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246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&amp; Scikit-Learn
• Pandas &amp; NumPy
• Matplotlib &amp; Seaborn
• Google Colab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34640" cy="425196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8346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 for binary classification. Predicts the probability of loan approval using a sigmoid function. Simple, interpretable, and effective on linearly separable data.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training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Interpretable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297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overfitting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777240"/>
            <a:ext cx="2834640" cy="425196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777240"/>
            <a:ext cx="28346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18688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218688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2468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model that splits data based on feature thresholds. Easy to visualize and understand but prone to overfitting without proper pruning.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Highly interpretable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non-linear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4297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feature scaling needed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777240"/>
            <a:ext cx="2834640" cy="425196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777240"/>
            <a:ext cx="2834640" cy="6400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4" name="Text 22"/>
          <p:cNvSpPr/>
          <p:nvPr/>
        </p:nvSpPr>
        <p:spPr>
          <a:xfrm>
            <a:off x="6208776" y="777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8776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208776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468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using bagging. Reduces overfitting and generalizes well. Tuned with GridSearchCV for optimal performance.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54496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to outliers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4297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 ranking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3200400" cy="36576"/>
          </a:xfrm>
          <a:prstGeom prst="rect">
            <a:avLst/>
          </a:prstGeom>
          <a:solidFill>
            <a:srgbClr val="FFC947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274320" y="91440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9184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417320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463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2103120"/>
            <a:ext cx="329184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103120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0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0" y="24048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prediction quality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788920"/>
            <a:ext cx="329184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788920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0" y="2834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0" y="30906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detection rate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3474720"/>
            <a:ext cx="329184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474720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15000" y="3776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balance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4160520"/>
            <a:ext cx="329184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4160520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15000" y="44622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prediction breakdown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approval in 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114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993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human error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60904"/>
            <a:ext cx="4114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752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980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bias-free evaluations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4114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5112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3465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credit scoring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4114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4270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498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application volumes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143000"/>
            <a:ext cx="3931920" cy="658368"/>
          </a:xfrm>
          <a:prstGeom prst="rect">
            <a:avLst/>
          </a:prstGeom>
          <a:solidFill>
            <a:srgbClr val="0A193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13075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901952"/>
            <a:ext cx="3931920" cy="658368"/>
          </a:xfrm>
          <a:prstGeom prst="rect">
            <a:avLst/>
          </a:prstGeom>
          <a:solidFill>
            <a:srgbClr val="185AD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20665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2660904"/>
            <a:ext cx="3931920" cy="658368"/>
          </a:xfrm>
          <a:prstGeom prst="rect">
            <a:avLst/>
          </a:prstGeom>
          <a:solidFill>
            <a:srgbClr val="0A193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28254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Systems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419856"/>
            <a:ext cx="3931920" cy="658368"/>
          </a:xfrm>
          <a:prstGeom prst="rect">
            <a:avLst/>
          </a:prstGeom>
          <a:solidFill>
            <a:srgbClr val="185AD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3584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 Screening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4178808"/>
            <a:ext cx="3931920" cy="658368"/>
          </a:xfrm>
          <a:prstGeom prst="rect">
            <a:avLst/>
          </a:prstGeom>
          <a:solidFill>
            <a:srgbClr val="0A193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43434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3200400" cy="36576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developed a Machine Learning loan approval prediction system.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classification algorithms were trained and evaluated — Logistic Regression achieved the best accuracy at 84%, demonstrating that well-preprocessed data with appropriate algorithms can automate complex financial decisions.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reduces manual effort, improves consistency, and provides scalable loan processing.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402336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538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664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for higher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039112"/>
            <a:ext cx="402336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2084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loan prediction interface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706624"/>
            <a:ext cx="402336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7889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752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999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model interpretation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74136"/>
            <a:ext cx="402336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456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6667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AWS production 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4041648"/>
            <a:ext cx="4023360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41239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4087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43342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for banking systems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9" name="Text 27">
            <a:hlinkClick r:id="rId3"/>
          </p:cNvPr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GitHub: github.com/Shaheen010507/AI-Internship-Tasks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Microsoft Office PowerPoint</Application>
  <PresentationFormat>On-screen Show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 Using Machine Learning</dc:title>
  <dc:subject>PptxGenJS Presentation</dc:subject>
  <dc:creator>Rudhresh S</dc:creator>
  <cp:lastModifiedBy>DELL</cp:lastModifiedBy>
  <cp:revision>2</cp:revision>
  <dcterms:created xsi:type="dcterms:W3CDTF">2026-06-06T15:40:42Z</dcterms:created>
  <dcterms:modified xsi:type="dcterms:W3CDTF">2026-06-06T15:42:57Z</dcterms:modified>
</cp:coreProperties>
</file>